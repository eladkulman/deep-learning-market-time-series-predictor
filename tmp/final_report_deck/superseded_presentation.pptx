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633d7f3f0374073" /><Relationship Type="http://schemas.openxmlformats.org/officeDocument/2006/relationships/extended-properties" Target="/docProps/app.xml" Id="Rdabe976b67da42c5" /><Relationship Type="http://schemas.openxmlformats.org/officeDocument/2006/relationships/officeDocument" Target="/ppt/presentation.xml" Id="R78b682c826c14c8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10b972d02c54684"/>
  </p:sldMasterIdLst>
  <p:notesMasterIdLst>
    <p:notesMasterId xmlns:r="http://schemas.openxmlformats.org/officeDocument/2006/relationships" r:id="Rd22b97574e5c4f1f"/>
  </p:notesMasterIdLst>
  <p:sldIdLst>
    <p:sldId xmlns:r="http://schemas.openxmlformats.org/officeDocument/2006/relationships" id="256" r:id="Rdb59ed720d9e4cec"/>
    <p:sldId xmlns:r="http://schemas.openxmlformats.org/officeDocument/2006/relationships" id="257" r:id="Rdd034624b5654377"/>
    <p:sldId xmlns:r="http://schemas.openxmlformats.org/officeDocument/2006/relationships" id="258" r:id="Raf72b51e8ebb4d8f"/>
    <p:sldId xmlns:r="http://schemas.openxmlformats.org/officeDocument/2006/relationships" id="259" r:id="R391744fccb7642c5"/>
    <p:sldId xmlns:r="http://schemas.openxmlformats.org/officeDocument/2006/relationships" id="260" r:id="Re5dc49364699499b"/>
    <p:sldId xmlns:r="http://schemas.openxmlformats.org/officeDocument/2006/relationships" id="261" r:id="R2c89cfc6a51c4a23"/>
    <p:sldId xmlns:r="http://schemas.openxmlformats.org/officeDocument/2006/relationships" id="262" r:id="Re78a36e578554b99"/>
    <p:sldId xmlns:r="http://schemas.openxmlformats.org/officeDocument/2006/relationships" id="263" r:id="Rf55502ec355b4e64"/>
    <p:sldId xmlns:r="http://schemas.openxmlformats.org/officeDocument/2006/relationships" id="264" r:id="R91eca819a1714694"/>
    <p:sldId xmlns:r="http://schemas.openxmlformats.org/officeDocument/2006/relationships" id="265" r:id="R5f48993b75b040ba"/>
    <p:sldId xmlns:r="http://schemas.openxmlformats.org/officeDocument/2006/relationships" id="266" r:id="R8b07f9fe888741e4"/>
    <p:sldId xmlns:r="http://schemas.openxmlformats.org/officeDocument/2006/relationships" id="267" r:id="R583a9fc14a0d4b51"/>
    <p:sldId xmlns:r="http://schemas.openxmlformats.org/officeDocument/2006/relationships" id="268" r:id="Rac3db52355de41c0"/>
    <p:sldId xmlns:r="http://schemas.openxmlformats.org/officeDocument/2006/relationships" id="269" r:id="R9b7d6a75813e4dbe"/>
    <p:sldId xmlns:r="http://schemas.openxmlformats.org/officeDocument/2006/relationships" id="270" r:id="R94386820bbc54de6"/>
    <p:sldId xmlns:r="http://schemas.openxmlformats.org/officeDocument/2006/relationships" id="271" r:id="R8935eabddff543f4"/>
  </p:sldIdLst>
  <p:sldSz cx="12192000" cy="6858000"/>
  <p:notesSz cx="6858000" cy="9144000"/>
  <p:embeddedFontLst>
    <p:embeddedFont>
      <p:font typeface="OpenAI Sans"/>
      <p:regular xmlns:r="http://schemas.openxmlformats.org/officeDocument/2006/relationships" r:id="R48d77786b1a04e12"/>
      <p:bold xmlns:r="http://schemas.openxmlformats.org/officeDocument/2006/relationships" r:id="R5ac40799700841ba"/>
      <p:italic xmlns:r="http://schemas.openxmlformats.org/officeDocument/2006/relationships" r:id="R6bc9928bac884906"/>
      <p:boldItalic xmlns:r="http://schemas.openxmlformats.org/officeDocument/2006/relationships" r:id="Rd4be1c95803c4ac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4c319de5ab4453a" /><Relationship Type="http://schemas.openxmlformats.org/officeDocument/2006/relationships/slideMaster" Target="/ppt/slideMasters/slideMaster1.xml" Id="R410b972d02c54684" /><Relationship Type="http://schemas.openxmlformats.org/officeDocument/2006/relationships/notesMaster" Target="/ppt/notesMasters/notesMaster1.xml" Id="Rd22b97574e5c4f1f" /><Relationship Type="http://schemas.openxmlformats.org/officeDocument/2006/relationships/presProps" Target="/ppt/presProps.xml" Id="Rb1db0f908ef84810" /><Relationship Type="http://schemas.openxmlformats.org/officeDocument/2006/relationships/viewProps" Target="/ppt/viewProps.xml" Id="Re52a06c2087b4a00" /><Relationship Type="http://schemas.openxmlformats.org/officeDocument/2006/relationships/tableStyles" Target="/ppt/tableStyles.xml" Id="R76cd5a8117a94eee" /><Relationship Type="http://schemas.openxmlformats.org/officeDocument/2006/relationships/font" Target="/ppt/fonts/font.dat" Id="R48d77786b1a04e12" /><Relationship Type="http://schemas.openxmlformats.org/officeDocument/2006/relationships/font" Target="/ppt/fonts/font2.dat" Id="R5ac40799700841ba" /><Relationship Type="http://schemas.openxmlformats.org/officeDocument/2006/relationships/font" Target="/ppt/fonts/font3.dat" Id="R6bc9928bac884906" /><Relationship Type="http://schemas.openxmlformats.org/officeDocument/2006/relationships/font" Target="/ppt/fonts/font4.dat" Id="Rd4be1c95803c4acf" /><Relationship Type="http://schemas.openxmlformats.org/officeDocument/2006/relationships/slide" Target="/ppt/slides/slide1.xml" Id="Rdb59ed720d9e4cec" /><Relationship Type="http://schemas.openxmlformats.org/officeDocument/2006/relationships/slide" Target="/ppt/slides/slide2.xml" Id="Rdd034624b5654377" /><Relationship Type="http://schemas.openxmlformats.org/officeDocument/2006/relationships/slide" Target="/ppt/slides/slide3.xml" Id="Raf72b51e8ebb4d8f" /><Relationship Type="http://schemas.openxmlformats.org/officeDocument/2006/relationships/slide" Target="/ppt/slides/slide4.xml" Id="R391744fccb7642c5" /><Relationship Type="http://schemas.openxmlformats.org/officeDocument/2006/relationships/slide" Target="/ppt/slides/slide5.xml" Id="Re5dc49364699499b" /><Relationship Type="http://schemas.openxmlformats.org/officeDocument/2006/relationships/slide" Target="/ppt/slides/slide6.xml" Id="R2c89cfc6a51c4a23" /><Relationship Type="http://schemas.openxmlformats.org/officeDocument/2006/relationships/slide" Target="/ppt/slides/slide7.xml" Id="Re78a36e578554b99" /><Relationship Type="http://schemas.openxmlformats.org/officeDocument/2006/relationships/slide" Target="/ppt/slides/slide8.xml" Id="Rf55502ec355b4e64" /><Relationship Type="http://schemas.openxmlformats.org/officeDocument/2006/relationships/slide" Target="/ppt/slides/slide9.xml" Id="R91eca819a1714694" /><Relationship Type="http://schemas.openxmlformats.org/officeDocument/2006/relationships/slide" Target="/ppt/slides/slide10.xml" Id="R5f48993b75b040ba" /><Relationship Type="http://schemas.openxmlformats.org/officeDocument/2006/relationships/slide" Target="/ppt/slides/slide11.xml" Id="R8b07f9fe888741e4" /><Relationship Type="http://schemas.openxmlformats.org/officeDocument/2006/relationships/slide" Target="/ppt/slides/slide12.xml" Id="R583a9fc14a0d4b51" /><Relationship Type="http://schemas.openxmlformats.org/officeDocument/2006/relationships/slide" Target="/ppt/slides/slide13.xml" Id="Rac3db52355de41c0" /><Relationship Type="http://schemas.openxmlformats.org/officeDocument/2006/relationships/slide" Target="/ppt/slides/slide14.xml" Id="R9b7d6a75813e4dbe" /><Relationship Type="http://schemas.openxmlformats.org/officeDocument/2006/relationships/slide" Target="/ppt/slides/slide15.xml" Id="R94386820bbc54de6" /><Relationship Type="http://schemas.openxmlformats.org/officeDocument/2006/relationships/slide" Target="/ppt/slides/slide16.xml" Id="R8935eabddff543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b970b485634c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19e7c8bdc64510" /><Relationship Type="http://schemas.openxmlformats.org/officeDocument/2006/relationships/notesMaster" Target="/ppt/notesMasters/notesMaster1.xml" Id="R855c41a48ef24e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abc28ffc4f4871" /><Relationship Type="http://schemas.openxmlformats.org/officeDocument/2006/relationships/notesMaster" Target="/ppt/notesMasters/notesMaster1.xml" Id="R3b40b2e2077948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6ba6c0c7dd42f5" /><Relationship Type="http://schemas.openxmlformats.org/officeDocument/2006/relationships/notesMaster" Target="/ppt/notesMasters/notesMaster1.xml" Id="Rdbd9deba1e884e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994af280a44e4f" /><Relationship Type="http://schemas.openxmlformats.org/officeDocument/2006/relationships/notesMaster" Target="/ppt/notesMasters/notesMaster1.xml" Id="Rcca2f42fc95248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169f175e3a4216" /><Relationship Type="http://schemas.openxmlformats.org/officeDocument/2006/relationships/notesMaster" Target="/ppt/notesMasters/notesMaster1.xml" Id="Rdae41523f33a4d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7b4998a7104264" /><Relationship Type="http://schemas.openxmlformats.org/officeDocument/2006/relationships/notesMaster" Target="/ppt/notesMasters/notesMaster1.xml" Id="Rbbed4615719d4a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93ad0231fb4f42" /><Relationship Type="http://schemas.openxmlformats.org/officeDocument/2006/relationships/notesMaster" Target="/ppt/notesMasters/notesMaster1.xml" Id="Rb0ddcc81579743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aaec8b4b86432f" /><Relationship Type="http://schemas.openxmlformats.org/officeDocument/2006/relationships/notesMaster" Target="/ppt/notesMasters/notesMaster1.xml" Id="R4c6bbbb936924a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c383fce0454d4c" /><Relationship Type="http://schemas.openxmlformats.org/officeDocument/2006/relationships/notesMaster" Target="/ppt/notesMasters/notesMaster1.xml" Id="R86e9adef0c1244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f1511580c34d96" /><Relationship Type="http://schemas.openxmlformats.org/officeDocument/2006/relationships/notesMaster" Target="/ppt/notesMasters/notesMaster1.xml" Id="R642ea5e73c564f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f126ef119a402d" /><Relationship Type="http://schemas.openxmlformats.org/officeDocument/2006/relationships/notesMaster" Target="/ppt/notesMasters/notesMaster1.xml" Id="Rfacac36a4140479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c94603de384106" /><Relationship Type="http://schemas.openxmlformats.org/officeDocument/2006/relationships/notesMaster" Target="/ppt/notesMasters/notesMaster1.xml" Id="R54ad90320a004c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d09b85da034848" /><Relationship Type="http://schemas.openxmlformats.org/officeDocument/2006/relationships/notesMaster" Target="/ppt/notesMasters/notesMaster1.xml" Id="Rd61688dfd0f845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992e4be81e4612" /><Relationship Type="http://schemas.openxmlformats.org/officeDocument/2006/relationships/notesMaster" Target="/ppt/notesMasters/notesMaster1.xml" Id="Rbdb5d0f6279d41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537a1078414956" /><Relationship Type="http://schemas.openxmlformats.org/officeDocument/2006/relationships/notesMaster" Target="/ppt/notesMasters/notesMaster1.xml" Id="Rb4d926dbde1844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de6e95da334a52" /><Relationship Type="http://schemas.openxmlformats.org/officeDocument/2006/relationships/notesMaster" Target="/ppt/notesMasters/notesMaster1.xml" Id="R6551016556f948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6aed510c4946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e77ec8e2cb47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28a6c3a4694a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44adf22dfb41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2f01c1dcc347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1220b08a1b47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e2b8f15a6ee4fb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de2281f16b24b6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84808e307842c1" /><Relationship Type="http://schemas.openxmlformats.org/officeDocument/2006/relationships/slideLayout" Target="/ppt/slideLayouts/slideLayout1.xml" Id="R365f905d14424c5d" /><Relationship Type="http://schemas.openxmlformats.org/officeDocument/2006/relationships/slideLayout" Target="/ppt/slideLayouts/slideLayout2.xml" Id="R10ee0557033845eb" /><Relationship Type="http://schemas.openxmlformats.org/officeDocument/2006/relationships/slideLayout" Target="/ppt/slideLayouts/slideLayout3.xml" Id="Radb8840430794277" /><Relationship Type="http://schemas.openxmlformats.org/officeDocument/2006/relationships/slideLayout" Target="/ppt/slideLayouts/slideLayout4.xml" Id="R072619864c6e4eb4" /><Relationship Type="http://schemas.openxmlformats.org/officeDocument/2006/relationships/slideLayout" Target="/ppt/slideLayouts/slideLayout5.xml" Id="R245b4aafba164d10" /><Relationship Type="http://schemas.openxmlformats.org/officeDocument/2006/relationships/slideLayout" Target="/ppt/slideLayouts/slideLayout6.xml" Id="Rf813f0302e5b41dc" /><Relationship Type="http://schemas.openxmlformats.org/officeDocument/2006/relationships/slideLayout" Target="/ppt/slideLayouts/slideLayout7.xml" Id="R69747f2c230e4f9b" /><Relationship Type="http://schemas.openxmlformats.org/officeDocument/2006/relationships/slideLayout" Target="/ppt/slideLayouts/slideLayout8.xml" Id="R95db953300be4fa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5f905d14424c5d"/>
    <p:sldLayoutId xmlns:r="http://schemas.openxmlformats.org/officeDocument/2006/relationships" id="2147483650" r:id="R10ee0557033845eb"/>
    <p:sldLayoutId xmlns:r="http://schemas.openxmlformats.org/officeDocument/2006/relationships" id="2147483651" r:id="Radb8840430794277"/>
    <p:sldLayoutId xmlns:r="http://schemas.openxmlformats.org/officeDocument/2006/relationships" id="2147483652" r:id="R072619864c6e4eb4"/>
    <p:sldLayoutId xmlns:r="http://schemas.openxmlformats.org/officeDocument/2006/relationships" id="2147483653" r:id="R245b4aafba164d10"/>
    <p:sldLayoutId xmlns:r="http://schemas.openxmlformats.org/officeDocument/2006/relationships" id="2147483654" r:id="Rf813f0302e5b41dc"/>
    <p:sldLayoutId xmlns:r="http://schemas.openxmlformats.org/officeDocument/2006/relationships" id="2147483655" r:id="R69747f2c230e4f9b"/>
    <p:sldLayoutId xmlns:r="http://schemas.openxmlformats.org/officeDocument/2006/relationships" id="2147483656" r:id="R95db953300be4fa0"/>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a348242ebc4d23" /><Relationship Type="http://schemas.openxmlformats.org/officeDocument/2006/relationships/notesSlide" Target="/ppt/notesSlides/notesSlide1.xml" Id="R5c7a06d3b7184d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a41a4519de44faf" /><Relationship Type="http://schemas.openxmlformats.org/officeDocument/2006/relationships/chart" Target="/ppt/slides/charts/chart1.xml" Id="R45df2b1f1a9c4373" /><Relationship Type="http://schemas.openxmlformats.org/officeDocument/2006/relationships/notesSlide" Target="/ppt/notesSlides/notesSlide2.xml" Id="R27f89f5d325040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6d1e844572d4d39" /><Relationship Type="http://schemas.openxmlformats.org/officeDocument/2006/relationships/notesSlide" Target="/ppt/notesSlides/notesSlide3.xml" Id="R448b8e37cd6c43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bf1ce75bed742b4" /><Relationship Type="http://schemas.openxmlformats.org/officeDocument/2006/relationships/notesSlide" Target="/ppt/notesSlides/notesSlide4.xml" Id="R758356d303e84b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6d24d0c627f4c4d" /><Relationship Type="http://schemas.openxmlformats.org/officeDocument/2006/relationships/notesSlide" Target="/ppt/notesSlides/notesSlide5.xml" Id="R7d36604851274b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bd4bb500a974be6" /><Relationship Type="http://schemas.openxmlformats.org/officeDocument/2006/relationships/notesSlide" Target="/ppt/notesSlides/notesSlide6.xml" Id="R6157b0de4ffd40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66c975fd4044c90" /><Relationship Type="http://schemas.openxmlformats.org/officeDocument/2006/relationships/notesSlide" Target="/ppt/notesSlides/notesSlide7.xml" Id="R35c05604557c41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52cde99ee65406b" /><Relationship Type="http://schemas.openxmlformats.org/officeDocument/2006/relationships/chart" Target="/ppt/slides/charts/chart2.xml" Id="Rbc7809e0854b4a88" /><Relationship Type="http://schemas.openxmlformats.org/officeDocument/2006/relationships/notesSlide" Target="/ppt/notesSlides/notesSlide8.xml" Id="Rc34473c71d5847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71a6d5eb44c4f86" /><Relationship Type="http://schemas.openxmlformats.org/officeDocument/2006/relationships/chart" Target="/ppt/slides/charts/chart3.xml" Id="R50f04f5f59f44503" /><Relationship Type="http://schemas.openxmlformats.org/officeDocument/2006/relationships/notesSlide" Target="/ppt/notesSlides/notesSlide9.xml" Id="R269b31f5a26748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689659ed3e04f66" /><Relationship Type="http://schemas.openxmlformats.org/officeDocument/2006/relationships/chart" Target="/ppt/slides/charts/chart4.xml" Id="Rd4ea155d417b4fbc" /><Relationship Type="http://schemas.openxmlformats.org/officeDocument/2006/relationships/notesSlide" Target="/ppt/notesSlides/notesSlide10.xml" Id="Rc53e8a89a1854a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4c5c0bbdbd241d5" /><Relationship Type="http://schemas.openxmlformats.org/officeDocument/2006/relationships/chart" Target="/ppt/slides/charts/chart5.xml" Id="R6b701eb63123497c" /><Relationship Type="http://schemas.openxmlformats.org/officeDocument/2006/relationships/notesSlide" Target="/ppt/notesSlides/notesSlide11.xml" Id="Rc15d67d779e347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ad2c6a95db24a94" /><Relationship Type="http://schemas.openxmlformats.org/officeDocument/2006/relationships/notesSlide" Target="/ppt/notesSlides/notesSlide12.xml" Id="Rb5de9e4feecf42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c1dd25bdfa74caf" /><Relationship Type="http://schemas.openxmlformats.org/officeDocument/2006/relationships/notesSlide" Target="/ppt/notesSlides/notesSlide13.xml" Id="Rbff7603f16b94d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0937d499a3d4bfa" /><Relationship Type="http://schemas.openxmlformats.org/officeDocument/2006/relationships/notesSlide" Target="/ppt/notesSlides/notesSlide14.xml" Id="R44e16c72f1df4b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bcb0ce06f584694" /><Relationship Type="http://schemas.openxmlformats.org/officeDocument/2006/relationships/chart" Target="/ppt/slides/charts/chart6.xml" Id="Rb56bf09782544b54" /><Relationship Type="http://schemas.openxmlformats.org/officeDocument/2006/relationships/notesSlide" Target="/ppt/notesSlides/notesSlide15.xml" Id="Rfdac97be54f641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6d661d0dfed4f23" /><Relationship Type="http://schemas.openxmlformats.org/officeDocument/2006/relationships/notesSlide" Target="/ppt/notesSlides/notesSlide16.xml" Id="R14ea5b03637045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Ref>
              <c:f>'Chart Data'!$A$2:$A$6</c:f>
              <c:strCache>
                <c:ptCount val="5"/>
                <c:pt idx="0">
                  <c:v>Jun 30</c:v>
                </c:pt>
                <c:pt idx="1">
                  <c:v>Jul 1</c:v>
                </c:pt>
                <c:pt idx="2">
                  <c:v>Jul 2</c:v>
                </c:pt>
                <c:pt idx="3">
                  <c:v>Jul 3</c:v>
                </c:pt>
                <c:pt idx="4">
                  <c:v>Jul 7</c:v>
                </c:pt>
              </c:strCache>
            </c:strRef>
          </c:cat>
          <c:val>
            <c:numRef>
              <c:f>'Chart Data'!$B$2:$B$6</c:f>
              <c:numCache>
                <c:formatCode>0.0</c:formatCode>
                <c:ptCount val="5"/>
                <c:pt idx="0">
                  <c:v>0.6456</c:v>
                </c:pt>
                <c:pt idx="1">
                  <c:v>-0.8465</c:v>
                </c:pt>
                <c:pt idx="2">
                  <c:v>0.6941</c:v>
                </c:pt>
                <c:pt idx="3">
                  <c:v>0.9792</c:v>
                </c:pt>
                <c:pt idx="4">
                  <c:v>-0.7562</c:v>
                </c:pt>
              </c:numCache>
            </c:numRef>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Data'!$C$2:$C$6</c:f>
              <c:strCache>
                <c:ptCount val="5"/>
                <c:pt idx="0">
                  <c:v>Jun 30</c:v>
                </c:pt>
                <c:pt idx="1">
                  <c:v>Jul 1</c:v>
                </c:pt>
                <c:pt idx="2">
                  <c:v>Jul 2</c:v>
                </c:pt>
                <c:pt idx="3">
                  <c:v>Jul 3</c:v>
                </c:pt>
                <c:pt idx="4">
                  <c:v>Jul 7</c:v>
                </c:pt>
              </c:strCache>
            </c:strRef>
          </c:cat>
          <c:val>
            <c:numRef>
              <c:f>'Chart Data'!$D$2:$D$6</c:f>
              <c:numCache>
                <c:formatCode>0.0</c:formatCode>
                <c:ptCount val="5"/>
                <c:pt idx="0">
                  <c:v>0.1548</c:v>
                </c:pt>
                <c:pt idx="1">
                  <c:v>0.1311</c:v>
                </c:pt>
                <c:pt idx="2">
                  <c:v>0.1701</c:v>
                </c:pt>
                <c:pt idx="3">
                  <c:v>0.1693</c:v>
                </c:pt>
                <c:pt idx="4">
                  <c:v>0.1779</c:v>
                </c:pt>
              </c:numCache>
            </c:numRef>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Data'!$E$2:$E$6</c:f>
              <c:strCache>
                <c:ptCount val="5"/>
                <c:pt idx="0">
                  <c:v>Jun 30</c:v>
                </c:pt>
                <c:pt idx="1">
                  <c:v>Jul 1</c:v>
                </c:pt>
                <c:pt idx="2">
                  <c:v>Jul 2</c:v>
                </c:pt>
                <c:pt idx="3">
                  <c:v>Jul 3</c:v>
                </c:pt>
                <c:pt idx="4">
                  <c:v>Jul 7</c:v>
                </c:pt>
              </c:strCache>
            </c:strRef>
          </c:cat>
          <c:val>
            <c:numRef>
              <c:f>'Chart Data'!$F$2:$F$6</c:f>
              <c:numCache>
                <c:formatCode>0.0</c:formatCode>
                <c:ptCount val="5"/>
                <c:pt idx="0">
                  <c:v>-1.0729</c:v>
                </c:pt>
                <c:pt idx="1">
                  <c:v>-1.1233</c:v>
                </c:pt>
                <c:pt idx="2">
                  <c:v>-1.1152</c:v>
                </c:pt>
                <c:pt idx="3">
                  <c:v>-1.1137</c:v>
                </c:pt>
                <c:pt idx="4">
                  <c:v>-1.1259</c:v>
                </c:pt>
              </c:numCache>
            </c:numRef>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Data'!$G$2:$G$6</c:f>
              <c:strCache>
                <c:ptCount val="5"/>
                <c:pt idx="0">
                  <c:v>Jun 30</c:v>
                </c:pt>
                <c:pt idx="1">
                  <c:v>Jul 1</c:v>
                </c:pt>
                <c:pt idx="2">
                  <c:v>Jul 2</c:v>
                </c:pt>
                <c:pt idx="3">
                  <c:v>Jul 3</c:v>
                </c:pt>
                <c:pt idx="4">
                  <c:v>Jul 7</c:v>
                </c:pt>
              </c:strCache>
            </c:strRef>
          </c:cat>
          <c:val>
            <c:numRef>
              <c:f>'Chart Data'!$H$2:$H$6</c:f>
              <c:numCache>
                <c:formatCode>0.0</c:formatCode>
                <c:ptCount val="5"/>
                <c:pt idx="0">
                  <c:v>1.3081</c:v>
                </c:pt>
                <c:pt idx="1">
                  <c:v>1.3258</c:v>
                </c:pt>
                <c:pt idx="2">
                  <c:v>1.3636</c:v>
                </c:pt>
                <c:pt idx="3">
                  <c:v>1.36</c:v>
                </c:pt>
                <c:pt idx="4">
                  <c:v>1.391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Data'!$A$2:$A$8</c:f>
              <c:strCache>
                <c:ptCount val="7"/>
                <c:pt idx="0">
                  <c:v>Target</c:v>
                </c:pt>
                <c:pt idx="1">
                  <c:v>QQQ</c:v>
                </c:pt>
                <c:pt idx="2">
                  <c:v>Calendar</c:v>
                </c:pt>
                <c:pt idx="3">
                  <c:v>Market</c:v>
                </c:pt>
                <c:pt idx="4">
                  <c:v>EPU</c:v>
                </c:pt>
                <c:pt idx="5">
                  <c:v>FOMC</c:v>
                </c:pt>
                <c:pt idx="6">
                  <c:v>GDELT</c:v>
                </c:pt>
              </c:strCache>
            </c:strRef>
          </c:cat>
          <c:val>
            <c:numRef>
              <c:f>'Chart Data'!$B$2:$B$8</c:f>
              <c:numCache>
                <c:formatCode>0.000</c:formatCode>
                <c:ptCount val="7"/>
                <c:pt idx="0">
                  <c:v>0.697683169089</c:v>
                </c:pt>
                <c:pt idx="1">
                  <c:v>0.696839885793</c:v>
                </c:pt>
                <c:pt idx="2">
                  <c:v>0.695602828385</c:v>
                </c:pt>
                <c:pt idx="3">
                  <c:v>0.697473206802</c:v>
                </c:pt>
                <c:pt idx="4">
                  <c:v>0.698072890276</c:v>
                </c:pt>
                <c:pt idx="5">
                  <c:v>0.697845189109</c:v>
                </c:pt>
                <c:pt idx="6">
                  <c:v>0.699103374465</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Data'!$C$2:$C$8</c:f>
              <c:strCache>
                <c:ptCount val="7"/>
                <c:pt idx="0">
                  <c:v>Target</c:v>
                </c:pt>
                <c:pt idx="1">
                  <c:v>QQQ</c:v>
                </c:pt>
                <c:pt idx="2">
                  <c:v>Calendar</c:v>
                </c:pt>
                <c:pt idx="3">
                  <c:v>Market</c:v>
                </c:pt>
                <c:pt idx="4">
                  <c:v>EPU</c:v>
                </c:pt>
                <c:pt idx="5">
                  <c:v>FOMC</c:v>
                </c:pt>
                <c:pt idx="6">
                  <c:v>GDELT</c:v>
                </c:pt>
              </c:strCache>
            </c:strRef>
          </c:cat>
          <c:val>
            <c:numRef>
              <c:f>'Chart Data'!$D$2:$D$8</c:f>
              <c:numCache>
                <c:formatCode>0.000</c:formatCode>
                <c:ptCount val="7"/>
                <c:pt idx="0">
                  <c:v>0.697605450816</c:v>
                </c:pt>
                <c:pt idx="1">
                  <c:v>0.696604441957</c:v>
                </c:pt>
                <c:pt idx="2">
                  <c:v>0.695973597489</c:v>
                </c:pt>
                <c:pt idx="3">
                  <c:v>0.696717404072</c:v>
                </c:pt>
                <c:pt idx="4">
                  <c:v>0.697211844444</c:v>
                </c:pt>
                <c:pt idx="5">
                  <c:v>0.696860710086</c:v>
                </c:pt>
                <c:pt idx="6">
                  <c:v>0.697289940211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0.000</c:formatCode>
                <c:ptCount val="4"/>
                <c:pt idx="0">
                  <c:v>0.697707781372</c:v>
                </c:pt>
                <c:pt idx="1">
                  <c:v>0.694677170873</c:v>
                </c:pt>
                <c:pt idx="2">
                  <c:v>0.702599060938</c:v>
                </c:pt>
                <c:pt idx="3">
                  <c:v>0.719910557912</c:v>
                </c:pt>
              </c:numCache>
            </c:numRef>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0.000</c:formatCode>
                <c:ptCount val="4"/>
                <c:pt idx="0">
                  <c:v>0.69044655734</c:v>
                </c:pt>
                <c:pt idx="1">
                  <c:v>0.688054317844</c:v>
                </c:pt>
                <c:pt idx="2">
                  <c:v>0.702579401413</c:v>
                </c:pt>
                <c:pt idx="3">
                  <c:v>0.71474938473</c:v>
                </c:pt>
              </c:numCache>
            </c:numRef>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Ref>
              <c:f>'Chart Data'!$E$2:$E$5</c:f>
              <c:numCache>
                <c:formatCode>General</c:formatCode>
                <c:ptCount val="4"/>
                <c:pt idx="0">
                  <c:v>2022</c:v>
                </c:pt>
                <c:pt idx="1">
                  <c:v>2023</c:v>
                </c:pt>
                <c:pt idx="2">
                  <c:v>2024</c:v>
                </c:pt>
                <c:pt idx="3">
                  <c:v>2025</c:v>
                </c:pt>
              </c:numCache>
            </c:numRef>
          </c:cat>
          <c:val>
            <c:numRef>
              <c:f>'Chart Data'!$F$2:$F$5</c:f>
              <c:numCache>
                <c:formatCode>0.000</c:formatCode>
                <c:ptCount val="4"/>
                <c:pt idx="0">
                  <c:v>0.688491257338</c:v>
                </c:pt>
                <c:pt idx="1">
                  <c:v>0.685451042495</c:v>
                </c:pt>
                <c:pt idx="2">
                  <c:v>0.703351843842</c:v>
                </c:pt>
                <c:pt idx="3">
                  <c:v>0.713508194836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Ref>
              <c:f>'Chart Data'!$A$2:$A$7</c:f>
              <c:strCache>
                <c:ptCount val="6"/>
                <c:pt idx="0">
                  <c:v>VXN change</c:v>
                </c:pt>
                <c:pt idx="1">
                  <c:v>Overnight gap</c:v>
                </c:pt>
                <c:pt idx="2">
                  <c:v>TLT return</c:v>
                </c:pt>
                <c:pt idx="3">
                  <c:v>EPU</c:v>
                </c:pt>
                <c:pt idx="4">
                  <c:v>FOMC tone</c:v>
                </c:pt>
                <c:pt idx="5">
                  <c:v>GDELT Fed tone</c:v>
                </c:pt>
              </c:strCache>
            </c:strRef>
          </c:cat>
          <c:val>
            <c:numRef>
              <c:f>'Chart Data'!$B$2:$B$7</c:f>
              <c:numCache>
                <c:formatCode>0.0</c:formatCode>
                <c:ptCount val="6"/>
                <c:pt idx="0">
                  <c:v>-8.38046114748</c:v>
                </c:pt>
                <c:pt idx="1">
                  <c:v>-2.25760846804</c:v>
                </c:pt>
                <c:pt idx="2">
                  <c:v>-1.46333661755</c:v>
                </c:pt>
                <c:pt idx="3">
                  <c:v>-0.533960207868</c:v>
                </c:pt>
                <c:pt idx="4">
                  <c:v>-0.137455446622</c:v>
                </c:pt>
                <c:pt idx="5">
                  <c:v>0.195854790992</c:v>
                </c:pt>
              </c:numCache>
            </c:numRef>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Data'!$C$2:$C$7</c:f>
              <c:strCache>
                <c:ptCount val="6"/>
                <c:pt idx="0">
                  <c:v>VXN change</c:v>
                </c:pt>
                <c:pt idx="1">
                  <c:v>Overnight gap</c:v>
                </c:pt>
                <c:pt idx="2">
                  <c:v>TLT return</c:v>
                </c:pt>
                <c:pt idx="3">
                  <c:v>EPU</c:v>
                </c:pt>
                <c:pt idx="4">
                  <c:v>FOMC tone</c:v>
                </c:pt>
                <c:pt idx="5">
                  <c:v>GDELT Fed tone</c:v>
                </c:pt>
              </c:strCache>
            </c:strRef>
          </c:cat>
          <c:val>
            <c:numRef>
              <c:f>'Chart Data'!$D$2:$D$7</c:f>
              <c:numCache>
                <c:formatCode>0.0</c:formatCode>
                <c:ptCount val="6"/>
                <c:pt idx="0">
                  <c:v>-8.6799523185</c:v>
                </c:pt>
                <c:pt idx="1">
                  <c:v>-2.31458125034</c:v>
                </c:pt>
                <c:pt idx="2">
                  <c:v>-1.10480496693</c:v>
                </c:pt>
                <c:pt idx="3">
                  <c:v>-0.226869787369</c:v>
                </c:pt>
                <c:pt idx="4">
                  <c:v>-0.133919872527</c:v>
                </c:pt>
                <c:pt idx="5">
                  <c:v>0.221660414808</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b"/>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0.761714285714</c:v>
                </c:pt>
                <c:pt idx="1">
                  <c:v>0.789714285714</c:v>
                </c:pt>
                <c:pt idx="2">
                  <c:v>0.756571428571</c:v>
                </c:pt>
                <c:pt idx="3">
                  <c:v>0.803428571429</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0.787428571429</c:v>
                </c:pt>
                <c:pt idx="1">
                  <c:v>0.811619047619</c:v>
                </c:pt>
                <c:pt idx="2">
                  <c:v>0.780761904762</c:v>
                </c:pt>
                <c:pt idx="3">
                  <c:v>0.818476190476</c:v>
                </c:pt>
              </c:numCache>
            </c:numRef>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0.8</c:v>
                </c:pt>
                <c:pt idx="1">
                  <c:v>0.8</c:v>
                </c:pt>
                <c:pt idx="2">
                  <c:v>0.8</c:v>
                </c:pt>
                <c:pt idx="3">
                  <c:v>0.8</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Data'!$A$2:$A$4</c:f>
              <c:strCache>
                <c:ptCount val="3"/>
                <c:pt idx="0">
                  <c:v>Quiet</c:v>
                </c:pt>
                <c:pt idx="1">
                  <c:v>Middle</c:v>
                </c:pt>
                <c:pt idx="2">
                  <c:v>Volatile</c:v>
                </c:pt>
              </c:strCache>
            </c:strRef>
          </c:cat>
          <c:val>
            <c:numRef>
              <c:f>'Chart Data'!$B$2:$B$4</c:f>
              <c:numCache>
                <c:formatCode>0.0</c:formatCode>
                <c:ptCount val="3"/>
                <c:pt idx="0">
                  <c:v>9.03533627732</c:v>
                </c:pt>
                <c:pt idx="1">
                  <c:v>-2.05982895299</c:v>
                </c:pt>
                <c:pt idx="2">
                  <c:v>-10.3008494282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0"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45df2b1f1a9c4373"/>
          </a:graphicData>
        </a:graphic>
      </p:graphicFrame>
      <p:sp>
        <p:nvSpPr>
          <p:cNvPr id="535" name="">
            <a:extLst xmlns:a="http://schemas.openxmlformats.org/drawingml/2006/main">
              <a:ext uri="{FF2B5EF4-FFF2-40B4-BE49-F238E27FC236}">
                <a16:creationId xmlns:a16="http://schemas.microsoft.com/office/drawing/2014/main" id="{583D1A9F-136B-45D1-8BBF-352A284B49E7}"/>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8D215F0A-243C-4E97-B009-1D23557CAC6B}"/>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A547376D-1A7C-4034-AA8C-6365B5E35D7A}"/>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228D157E-ECEB-498A-982E-84E698176D55}"/>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39"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198020BF-FBAB-43E2-AE2E-A6EDB4466C1D}"/>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33C5A0BE-62B7-40F5-82B6-BF240189D258}"/>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D3F89001-A6E2-44A7-951D-1DADE9F55EE1}"/>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93E247C7-B0E3-4EA6-8941-E2AA6EB0060C}"/>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39"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8B090073-74BD-4132-831D-A317A64164E4}"/>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39"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CCA696D4-78A2-43C7-ADD3-C8D8CD14B22F}"/>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0"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bc7809e0854b4a88"/>
          </a:graphicData>
        </a:graphic>
      </p:graphicFrame>
      <p:sp>
        <p:nvSpPr>
          <p:cNvPr id="535" name="">
            <a:extLst xmlns:a="http://schemas.openxmlformats.org/drawingml/2006/main">
              <a:ext uri="{FF2B5EF4-FFF2-40B4-BE49-F238E27FC236}">
                <a16:creationId xmlns:a16="http://schemas.microsoft.com/office/drawing/2014/main" id="{FBB55693-819B-4EE2-9905-AA625061FD38}"/>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B2787F1C-6B40-4CE2-A033-ACC3F2393506}"/>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1"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50f04f5f59f44503"/>
          </a:graphicData>
        </a:graphic>
      </p:graphicFrame>
      <p:sp>
        <p:nvSpPr>
          <p:cNvPr id="535" name="">
            <a:extLst xmlns:a="http://schemas.openxmlformats.org/drawingml/2006/main">
              <a:ext uri="{FF2B5EF4-FFF2-40B4-BE49-F238E27FC236}">
                <a16:creationId xmlns:a16="http://schemas.microsoft.com/office/drawing/2014/main" id="{4A0A6452-A924-4FBE-9630-84FD4EFE5E08}"/>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D25A71D0-3442-4530-9746-8489A231DA57}"/>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ACE4B826-7974-450A-A576-E945ACC3ECDA}"/>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d4ea155d417b4fbc"/>
          </a:graphicData>
        </a:graphic>
      </p:graphicFrame>
      <p:sp>
        <p:nvSpPr>
          <p:cNvPr id="535" name="">
            <a:extLst xmlns:a="http://schemas.openxmlformats.org/drawingml/2006/main">
              <a:ext uri="{FF2B5EF4-FFF2-40B4-BE49-F238E27FC236}">
                <a16:creationId xmlns:a16="http://schemas.microsoft.com/office/drawing/2014/main" id="{E84D7BA7-A799-4FA1-9742-942A917CD55B}"/>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759CDA33-DE30-4BE6-A715-63B2B07848EF}"/>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AB39F382-68ED-48A6-AE13-8B7C5BBD851A}"/>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6b701eb63123497c"/>
          </a:graphicData>
        </a:graphic>
      </p:graphicFrame>
      <p:sp>
        <p:nvSpPr>
          <p:cNvPr id="535" name="">
            <a:extLst xmlns:a="http://schemas.openxmlformats.org/drawingml/2006/main">
              <a:ext uri="{FF2B5EF4-FFF2-40B4-BE49-F238E27FC236}">
                <a16:creationId xmlns:a16="http://schemas.microsoft.com/office/drawing/2014/main" id="{6FE71ADF-EC98-436C-AE72-FF1E09A707FE}"/>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DCF791CC-F214-44C5-9207-A6733B4785BB}"/>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DCC9802D-8C45-484F-A312-9F0C41FAFF17}"/>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761E3759-C790-4AC9-BFD4-7DDE008264BA}"/>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654C221F-B1D7-4564-B015-FD14F7607527}"/>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39"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C47A745-6BB1-4C66-85F2-2690B50C3EFE}"/>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0"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b56bf09782544b54"/>
          </a:graphicData>
        </a:graphic>
      </p:graphicFrame>
      <p:sp>
        <p:nvSpPr>
          <p:cNvPr id="535" name="">
            <a:extLst xmlns:a="http://schemas.openxmlformats.org/drawingml/2006/main">
              <a:ext uri="{FF2B5EF4-FFF2-40B4-BE49-F238E27FC236}">
                <a16:creationId xmlns:a16="http://schemas.microsoft.com/office/drawing/2014/main" id="{76ABB5FB-8091-43D4-AE50-EE990E83C83E}"/>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8A0F70DA-9272-4AAF-B316-D86782AE5EF9}"/>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A50BB359-AF06-4BB1-9FA6-1A6D6799F72A}"/>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0CC85377-0A4D-41E6-8ABC-8C06B4CC7AC2}"/>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2026-09-16T12:22:54.6250000Z</dcterms:created>
  <dcterms:modified xsi:type="dcterms:W3CDTF">2026-09-16T12:22:54.6250000Z</dcterms:modified>
</coreProperties>
</file>