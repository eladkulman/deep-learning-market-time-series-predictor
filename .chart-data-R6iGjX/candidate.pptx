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bc9d308cd624f59" /><Relationship Type="http://schemas.openxmlformats.org/officeDocument/2006/relationships/extended-properties" Target="/docProps/app.xml" Id="R6766d0c134314fb0" /><Relationship Type="http://schemas.openxmlformats.org/officeDocument/2006/relationships/officeDocument" Target="/ppt/presentation.xml" Id="Ra92f00fab6074ca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be9046aab634391"/>
  </p:sldMasterIdLst>
  <p:notesMasterIdLst>
    <p:notesMasterId xmlns:r="http://schemas.openxmlformats.org/officeDocument/2006/relationships" r:id="Rb5623728416e41e6"/>
  </p:notesMasterIdLst>
  <p:sldIdLst>
    <p:sldId xmlns:r="http://schemas.openxmlformats.org/officeDocument/2006/relationships" id="256" r:id="Rd43292039b4e4907"/>
    <p:sldId xmlns:r="http://schemas.openxmlformats.org/officeDocument/2006/relationships" id="257" r:id="R07d81ab083e04052"/>
    <p:sldId xmlns:r="http://schemas.openxmlformats.org/officeDocument/2006/relationships" id="258" r:id="R1d03cfd208b64161"/>
    <p:sldId xmlns:r="http://schemas.openxmlformats.org/officeDocument/2006/relationships" id="259" r:id="Rd975eed3bcad4912"/>
    <p:sldId xmlns:r="http://schemas.openxmlformats.org/officeDocument/2006/relationships" id="260" r:id="R7874b98be85d44cb"/>
    <p:sldId xmlns:r="http://schemas.openxmlformats.org/officeDocument/2006/relationships" id="261" r:id="Rf09dde5c157242b1"/>
    <p:sldId xmlns:r="http://schemas.openxmlformats.org/officeDocument/2006/relationships" id="262" r:id="R09037a6a4cfe4ee7"/>
    <p:sldId xmlns:r="http://schemas.openxmlformats.org/officeDocument/2006/relationships" id="263" r:id="R8337bbe93c79405b"/>
    <p:sldId xmlns:r="http://schemas.openxmlformats.org/officeDocument/2006/relationships" id="264" r:id="R72ef4061578c4b57"/>
    <p:sldId xmlns:r="http://schemas.openxmlformats.org/officeDocument/2006/relationships" id="265" r:id="Rdc233ebe0e504254"/>
    <p:sldId xmlns:r="http://schemas.openxmlformats.org/officeDocument/2006/relationships" id="266" r:id="R8aabc75c83d342fa"/>
    <p:sldId xmlns:r="http://schemas.openxmlformats.org/officeDocument/2006/relationships" id="267" r:id="Rd90f2640d0164326"/>
    <p:sldId xmlns:r="http://schemas.openxmlformats.org/officeDocument/2006/relationships" id="268" r:id="Raa02db1ef3b74550"/>
    <p:sldId xmlns:r="http://schemas.openxmlformats.org/officeDocument/2006/relationships" id="269" r:id="Rb719845d90354e16"/>
    <p:sldId xmlns:r="http://schemas.openxmlformats.org/officeDocument/2006/relationships" id="270" r:id="Rb72fbbe506d84516"/>
    <p:sldId xmlns:r="http://schemas.openxmlformats.org/officeDocument/2006/relationships" id="271" r:id="Rd35fc236e6884c38"/>
  </p:sldIdLst>
  <p:sldSz cx="12192000" cy="6858000"/>
  <p:notesSz cx="6858000" cy="9144000"/>
  <p:embeddedFontLst>
    <p:embeddedFont>
      <p:font typeface="OpenAI Sans"/>
      <p:regular xmlns:r="http://schemas.openxmlformats.org/officeDocument/2006/relationships" r:id="R7e2d884236ff40b6"/>
      <p:bold xmlns:r="http://schemas.openxmlformats.org/officeDocument/2006/relationships" r:id="R800ba9c9e2134fa4"/>
      <p:italic xmlns:r="http://schemas.openxmlformats.org/officeDocument/2006/relationships" r:id="R3559f14e4c814e06"/>
      <p:boldItalic xmlns:r="http://schemas.openxmlformats.org/officeDocument/2006/relationships" r:id="R9acb40536e58494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23c5713ec554324" /><Relationship Type="http://schemas.openxmlformats.org/officeDocument/2006/relationships/slideMaster" Target="/ppt/slideMasters/slideMaster1.xml" Id="Rbbe9046aab634391" /><Relationship Type="http://schemas.openxmlformats.org/officeDocument/2006/relationships/notesMaster" Target="/ppt/notesMasters/notesMaster1.xml" Id="Rb5623728416e41e6" /><Relationship Type="http://schemas.openxmlformats.org/officeDocument/2006/relationships/presProps" Target="/ppt/presProps.xml" Id="R70f94ec87c694158" /><Relationship Type="http://schemas.openxmlformats.org/officeDocument/2006/relationships/viewProps" Target="/ppt/viewProps.xml" Id="R1111f624ee704547" /><Relationship Type="http://schemas.openxmlformats.org/officeDocument/2006/relationships/tableStyles" Target="/ppt/tableStyles.xml" Id="Rb54a2896cd444bcc" /><Relationship Type="http://schemas.openxmlformats.org/officeDocument/2006/relationships/font" Target="/ppt/fonts/font.dat" Id="R7e2d884236ff40b6" /><Relationship Type="http://schemas.openxmlformats.org/officeDocument/2006/relationships/font" Target="/ppt/fonts/font2.dat" Id="R800ba9c9e2134fa4" /><Relationship Type="http://schemas.openxmlformats.org/officeDocument/2006/relationships/font" Target="/ppt/fonts/font3.dat" Id="R3559f14e4c814e06" /><Relationship Type="http://schemas.openxmlformats.org/officeDocument/2006/relationships/font" Target="/ppt/fonts/font4.dat" Id="R9acb40536e58494e" /><Relationship Type="http://schemas.openxmlformats.org/officeDocument/2006/relationships/slide" Target="/ppt/slides/slide1.xml" Id="Rd43292039b4e4907" /><Relationship Type="http://schemas.openxmlformats.org/officeDocument/2006/relationships/slide" Target="/ppt/slides/slide2.xml" Id="R07d81ab083e04052" /><Relationship Type="http://schemas.openxmlformats.org/officeDocument/2006/relationships/slide" Target="/ppt/slides/slide3.xml" Id="R1d03cfd208b64161" /><Relationship Type="http://schemas.openxmlformats.org/officeDocument/2006/relationships/slide" Target="/ppt/slides/slide4.xml" Id="Rd975eed3bcad4912" /><Relationship Type="http://schemas.openxmlformats.org/officeDocument/2006/relationships/slide" Target="/ppt/slides/slide5.xml" Id="R7874b98be85d44cb" /><Relationship Type="http://schemas.openxmlformats.org/officeDocument/2006/relationships/slide" Target="/ppt/slides/slide6.xml" Id="Rf09dde5c157242b1" /><Relationship Type="http://schemas.openxmlformats.org/officeDocument/2006/relationships/slide" Target="/ppt/slides/slide7.xml" Id="R09037a6a4cfe4ee7" /><Relationship Type="http://schemas.openxmlformats.org/officeDocument/2006/relationships/slide" Target="/ppt/slides/slide8.xml" Id="R8337bbe93c79405b" /><Relationship Type="http://schemas.openxmlformats.org/officeDocument/2006/relationships/slide" Target="/ppt/slides/slide9.xml" Id="R72ef4061578c4b57" /><Relationship Type="http://schemas.openxmlformats.org/officeDocument/2006/relationships/slide" Target="/ppt/slides/slide10.xml" Id="Rdc233ebe0e504254" /><Relationship Type="http://schemas.openxmlformats.org/officeDocument/2006/relationships/slide" Target="/ppt/slides/slide11.xml" Id="R8aabc75c83d342fa" /><Relationship Type="http://schemas.openxmlformats.org/officeDocument/2006/relationships/slide" Target="/ppt/slides/slide12.xml" Id="Rd90f2640d0164326" /><Relationship Type="http://schemas.openxmlformats.org/officeDocument/2006/relationships/slide" Target="/ppt/slides/slide13.xml" Id="Raa02db1ef3b74550" /><Relationship Type="http://schemas.openxmlformats.org/officeDocument/2006/relationships/slide" Target="/ppt/slides/slide14.xml" Id="Rb719845d90354e16" /><Relationship Type="http://schemas.openxmlformats.org/officeDocument/2006/relationships/slide" Target="/ppt/slides/slide15.xml" Id="Rb72fbbe506d84516" /><Relationship Type="http://schemas.openxmlformats.org/officeDocument/2006/relationships/slide" Target="/ppt/slides/slide16.xml" Id="Rd35fc236e6884c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0a1345c2734a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530bc338ca408f" /><Relationship Type="http://schemas.openxmlformats.org/officeDocument/2006/relationships/notesMaster" Target="/ppt/notesMasters/notesMaster1.xml" Id="Rea4accb43a6d4c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80014833c54ef1" /><Relationship Type="http://schemas.openxmlformats.org/officeDocument/2006/relationships/notesMaster" Target="/ppt/notesMasters/notesMaster1.xml" Id="Rc55c7d97017f4d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c80ed250c64d2e" /><Relationship Type="http://schemas.openxmlformats.org/officeDocument/2006/relationships/notesMaster" Target="/ppt/notesMasters/notesMaster1.xml" Id="R550a677a1d8a42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0687bfb04b4bc2" /><Relationship Type="http://schemas.openxmlformats.org/officeDocument/2006/relationships/notesMaster" Target="/ppt/notesMasters/notesMaster1.xml" Id="R1434eb644ed14b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b3adfa23354cf5" /><Relationship Type="http://schemas.openxmlformats.org/officeDocument/2006/relationships/notesMaster" Target="/ppt/notesMasters/notesMaster1.xml" Id="Rab6c3fa6a8fa49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02b4c8cf3c4821" /><Relationship Type="http://schemas.openxmlformats.org/officeDocument/2006/relationships/notesMaster" Target="/ppt/notesMasters/notesMaster1.xml" Id="R10837ad1e4c142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5b975386a54972" /><Relationship Type="http://schemas.openxmlformats.org/officeDocument/2006/relationships/notesMaster" Target="/ppt/notesMasters/notesMaster1.xml" Id="Rc04f38b8bd2344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22cecefc9f4279" /><Relationship Type="http://schemas.openxmlformats.org/officeDocument/2006/relationships/notesMaster" Target="/ppt/notesMasters/notesMaster1.xml" Id="Rca6cdfc3fab94b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ca627c60474503" /><Relationship Type="http://schemas.openxmlformats.org/officeDocument/2006/relationships/notesMaster" Target="/ppt/notesMasters/notesMaster1.xml" Id="Ra3ebf703176947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292d1969354488" /><Relationship Type="http://schemas.openxmlformats.org/officeDocument/2006/relationships/notesMaster" Target="/ppt/notesMasters/notesMaster1.xml" Id="R2afc1e01f4174a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31a93955214e89" /><Relationship Type="http://schemas.openxmlformats.org/officeDocument/2006/relationships/notesMaster" Target="/ppt/notesMasters/notesMaster1.xml" Id="Rb6b4ec69c0f346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ef87b6eb454739" /><Relationship Type="http://schemas.openxmlformats.org/officeDocument/2006/relationships/notesMaster" Target="/ppt/notesMasters/notesMaster1.xml" Id="R6e97c42ee6654a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2a38ede4834247" /><Relationship Type="http://schemas.openxmlformats.org/officeDocument/2006/relationships/notesMaster" Target="/ppt/notesMasters/notesMaster1.xml" Id="R0343eac933894a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b8995953d246b7" /><Relationship Type="http://schemas.openxmlformats.org/officeDocument/2006/relationships/notesMaster" Target="/ppt/notesMasters/notesMaster1.xml" Id="R4567bd084b0340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924c19480543ca" /><Relationship Type="http://schemas.openxmlformats.org/officeDocument/2006/relationships/notesMaster" Target="/ppt/notesMasters/notesMaster1.xml" Id="Rbc2010d8ecb64c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684b0643174204" /><Relationship Type="http://schemas.openxmlformats.org/officeDocument/2006/relationships/notesMaster" Target="/ppt/notesMasters/notesMaster1.xml" Id="R80b0058c32ed44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c9dec4df0740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0d192236224e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aa82c18f484e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182dbe253848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40368a738045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c42e5fc47e43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b4f80185604e0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2f0da4393ee428b"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d062e43ed446b7" /><Relationship Type="http://schemas.openxmlformats.org/officeDocument/2006/relationships/slideLayout" Target="/ppt/slideLayouts/slideLayout1.xml" Id="Red6846423a2d475c" /><Relationship Type="http://schemas.openxmlformats.org/officeDocument/2006/relationships/slideLayout" Target="/ppt/slideLayouts/slideLayout2.xml" Id="R53d1d522cb3d4cb4" /><Relationship Type="http://schemas.openxmlformats.org/officeDocument/2006/relationships/slideLayout" Target="/ppt/slideLayouts/slideLayout3.xml" Id="R5c177c6e54514b9b" /><Relationship Type="http://schemas.openxmlformats.org/officeDocument/2006/relationships/slideLayout" Target="/ppt/slideLayouts/slideLayout4.xml" Id="R187a6685239646c1" /><Relationship Type="http://schemas.openxmlformats.org/officeDocument/2006/relationships/slideLayout" Target="/ppt/slideLayouts/slideLayout5.xml" Id="R25f58ec0f37a4c3e" /><Relationship Type="http://schemas.openxmlformats.org/officeDocument/2006/relationships/slideLayout" Target="/ppt/slideLayouts/slideLayout6.xml" Id="R6e81de9fde7c45e8" /><Relationship Type="http://schemas.openxmlformats.org/officeDocument/2006/relationships/slideLayout" Target="/ppt/slideLayouts/slideLayout7.xml" Id="Rf498086334c849b8" /><Relationship Type="http://schemas.openxmlformats.org/officeDocument/2006/relationships/slideLayout" Target="/ppt/slideLayouts/slideLayout8.xml" Id="Rbdd1c725b20a49b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6846423a2d475c"/>
    <p:sldLayoutId xmlns:r="http://schemas.openxmlformats.org/officeDocument/2006/relationships" id="2147483650" r:id="R53d1d522cb3d4cb4"/>
    <p:sldLayoutId xmlns:r="http://schemas.openxmlformats.org/officeDocument/2006/relationships" id="2147483651" r:id="R5c177c6e54514b9b"/>
    <p:sldLayoutId xmlns:r="http://schemas.openxmlformats.org/officeDocument/2006/relationships" id="2147483652" r:id="R187a6685239646c1"/>
    <p:sldLayoutId xmlns:r="http://schemas.openxmlformats.org/officeDocument/2006/relationships" id="2147483653" r:id="R25f58ec0f37a4c3e"/>
    <p:sldLayoutId xmlns:r="http://schemas.openxmlformats.org/officeDocument/2006/relationships" id="2147483654" r:id="R6e81de9fde7c45e8"/>
    <p:sldLayoutId xmlns:r="http://schemas.openxmlformats.org/officeDocument/2006/relationships" id="2147483655" r:id="Rf498086334c849b8"/>
    <p:sldLayoutId xmlns:r="http://schemas.openxmlformats.org/officeDocument/2006/relationships" id="2147483656" r:id="Rbdd1c725b20a49b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593e2cdff04762" /><Relationship Type="http://schemas.openxmlformats.org/officeDocument/2006/relationships/notesSlide" Target="/ppt/notesSlides/notesSlide1.xml" Id="Rec7012d2c3b641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be01753028b47ce" /><Relationship Type="http://schemas.openxmlformats.org/officeDocument/2006/relationships/chart" Target="/ppt/slides/charts/chart1.xml" Id="Ra7a7942ed5794846" /><Relationship Type="http://schemas.openxmlformats.org/officeDocument/2006/relationships/notesSlide" Target="/ppt/notesSlides/notesSlide2.xml" Id="Ref973749019e44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c0e4ee5d27b4327" /><Relationship Type="http://schemas.openxmlformats.org/officeDocument/2006/relationships/notesSlide" Target="/ppt/notesSlides/notesSlide3.xml" Id="Rf89b9b2dfa2b44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9b2c7df516e4e0f" /><Relationship Type="http://schemas.openxmlformats.org/officeDocument/2006/relationships/notesSlide" Target="/ppt/notesSlides/notesSlide4.xml" Id="R4678c951325b46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248dc2aeb034d74" /><Relationship Type="http://schemas.openxmlformats.org/officeDocument/2006/relationships/notesSlide" Target="/ppt/notesSlides/notesSlide5.xml" Id="Re788047a57cd49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c22205be1d1418d" /><Relationship Type="http://schemas.openxmlformats.org/officeDocument/2006/relationships/notesSlide" Target="/ppt/notesSlides/notesSlide6.xml" Id="Rbcec841ec18240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b4197a457bb4fb6" /><Relationship Type="http://schemas.openxmlformats.org/officeDocument/2006/relationships/notesSlide" Target="/ppt/notesSlides/notesSlide7.xml" Id="R029903a753de42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033bf93a60c4377" /><Relationship Type="http://schemas.openxmlformats.org/officeDocument/2006/relationships/chart" Target="/ppt/slides/charts/chart2.xml" Id="R2d5796319c6b485d" /><Relationship Type="http://schemas.openxmlformats.org/officeDocument/2006/relationships/notesSlide" Target="/ppt/notesSlides/notesSlide8.xml" Id="Rb5125b4782d743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faff51039a54a8f" /><Relationship Type="http://schemas.openxmlformats.org/officeDocument/2006/relationships/chart" Target="/ppt/slides/charts/chart3.xml" Id="Rde50e4b0028b48dd" /><Relationship Type="http://schemas.openxmlformats.org/officeDocument/2006/relationships/notesSlide" Target="/ppt/notesSlides/notesSlide9.xml" Id="R29659cbfc9d54b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193c357d5254600" /><Relationship Type="http://schemas.openxmlformats.org/officeDocument/2006/relationships/chart" Target="/ppt/slides/charts/chart4.xml" Id="R42a925e34e054ed1" /><Relationship Type="http://schemas.openxmlformats.org/officeDocument/2006/relationships/notesSlide" Target="/ppt/notesSlides/notesSlide10.xml" Id="Re85655d7ca0b4d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e1a70887c58470d" /><Relationship Type="http://schemas.openxmlformats.org/officeDocument/2006/relationships/chart" Target="/ppt/slides/charts/chart5.xml" Id="Ra57627aca8dd4040" /><Relationship Type="http://schemas.openxmlformats.org/officeDocument/2006/relationships/notesSlide" Target="/ppt/notesSlides/notesSlide11.xml" Id="R1c9cffcdf2c449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056392f9bde49ad" /><Relationship Type="http://schemas.openxmlformats.org/officeDocument/2006/relationships/notesSlide" Target="/ppt/notesSlides/notesSlide12.xml" Id="R97b569a4eedf47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6558d2a73204283" /><Relationship Type="http://schemas.openxmlformats.org/officeDocument/2006/relationships/notesSlide" Target="/ppt/notesSlides/notesSlide13.xml" Id="R0e111b7dba4e4a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af28b77902c4711" /><Relationship Type="http://schemas.openxmlformats.org/officeDocument/2006/relationships/notesSlide" Target="/ppt/notesSlides/notesSlide14.xml" Id="Rfcb14e7bd4f94f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708e5bb7786452f" /><Relationship Type="http://schemas.openxmlformats.org/officeDocument/2006/relationships/chart" Target="/ppt/slides/charts/chart6.xml" Id="R762581fae4df4827" /><Relationship Type="http://schemas.openxmlformats.org/officeDocument/2006/relationships/notesSlide" Target="/ppt/notesSlides/notesSlide15.xml" Id="Rd641f2fcb7dc40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f1d57eb9dd347f6" /><Relationship Type="http://schemas.openxmlformats.org/officeDocument/2006/relationships/notesSlide" Target="/ppt/notesSlides/notesSlide16.xml" Id="Rf93f6870340d42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Ref>
              <c:f>'Chart Data'!$A$2:$A$6</c:f>
              <c:strCache>
                <c:ptCount val="5"/>
                <c:pt idx="0">
                  <c:v>Jun 30</c:v>
                </c:pt>
                <c:pt idx="1">
                  <c:v>Jul 1</c:v>
                </c:pt>
                <c:pt idx="2">
                  <c:v>Jul 2</c:v>
                </c:pt>
                <c:pt idx="3">
                  <c:v>Jul 3</c:v>
                </c:pt>
                <c:pt idx="4">
                  <c:v>Jul 7</c:v>
                </c:pt>
              </c:strCache>
            </c:strRef>
          </c:cat>
          <c:val>
            <c:numRef>
              <c:f>'Chart Data'!$B$2:$B$6</c:f>
              <c:numCache>
                <c:formatCode>0.0</c:formatCode>
                <c:ptCount val="5"/>
                <c:pt idx="0">
                  <c:v>0.6456</c:v>
                </c:pt>
                <c:pt idx="1">
                  <c:v>-0.8465</c:v>
                </c:pt>
                <c:pt idx="2">
                  <c:v>0.6941</c:v>
                </c:pt>
                <c:pt idx="3">
                  <c:v>0.9792</c:v>
                </c:pt>
                <c:pt idx="4">
                  <c:v>-0.7562</c:v>
                </c:pt>
              </c:numCache>
            </c:numRef>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Data'!$C$2:$C$6</c:f>
              <c:strCache>
                <c:ptCount val="5"/>
                <c:pt idx="0">
                  <c:v>Jun 30</c:v>
                </c:pt>
                <c:pt idx="1">
                  <c:v>Jul 1</c:v>
                </c:pt>
                <c:pt idx="2">
                  <c:v>Jul 2</c:v>
                </c:pt>
                <c:pt idx="3">
                  <c:v>Jul 3</c:v>
                </c:pt>
                <c:pt idx="4">
                  <c:v>Jul 7</c:v>
                </c:pt>
              </c:strCache>
            </c:strRef>
          </c:cat>
          <c:val>
            <c:numRef>
              <c:f>'Chart Data'!$D$2:$D$6</c:f>
              <c:numCache>
                <c:formatCode>0.0</c:formatCode>
                <c:ptCount val="5"/>
                <c:pt idx="0">
                  <c:v>0.1548</c:v>
                </c:pt>
                <c:pt idx="1">
                  <c:v>0.1311</c:v>
                </c:pt>
                <c:pt idx="2">
                  <c:v>0.1701</c:v>
                </c:pt>
                <c:pt idx="3">
                  <c:v>0.1693</c:v>
                </c:pt>
                <c:pt idx="4">
                  <c:v>0.1779</c:v>
                </c:pt>
              </c:numCache>
            </c:numRef>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Data'!$E$2:$E$6</c:f>
              <c:strCache>
                <c:ptCount val="5"/>
                <c:pt idx="0">
                  <c:v>Jun 30</c:v>
                </c:pt>
                <c:pt idx="1">
                  <c:v>Jul 1</c:v>
                </c:pt>
                <c:pt idx="2">
                  <c:v>Jul 2</c:v>
                </c:pt>
                <c:pt idx="3">
                  <c:v>Jul 3</c:v>
                </c:pt>
                <c:pt idx="4">
                  <c:v>Jul 7</c:v>
                </c:pt>
              </c:strCache>
            </c:strRef>
          </c:cat>
          <c:val>
            <c:numRef>
              <c:f>'Chart Data'!$F$2:$F$6</c:f>
              <c:numCache>
                <c:formatCode>0.0</c:formatCode>
                <c:ptCount val="5"/>
                <c:pt idx="0">
                  <c:v>-1.0729</c:v>
                </c:pt>
                <c:pt idx="1">
                  <c:v>-1.1233</c:v>
                </c:pt>
                <c:pt idx="2">
                  <c:v>-1.1152</c:v>
                </c:pt>
                <c:pt idx="3">
                  <c:v>-1.1137</c:v>
                </c:pt>
                <c:pt idx="4">
                  <c:v>-1.1259</c:v>
                </c:pt>
              </c:numCache>
            </c:numRef>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Data'!$G$2:$G$6</c:f>
              <c:strCache>
                <c:ptCount val="5"/>
                <c:pt idx="0">
                  <c:v>Jun 30</c:v>
                </c:pt>
                <c:pt idx="1">
                  <c:v>Jul 1</c:v>
                </c:pt>
                <c:pt idx="2">
                  <c:v>Jul 2</c:v>
                </c:pt>
                <c:pt idx="3">
                  <c:v>Jul 3</c:v>
                </c:pt>
                <c:pt idx="4">
                  <c:v>Jul 7</c:v>
                </c:pt>
              </c:strCache>
            </c:strRef>
          </c:cat>
          <c:val>
            <c:numRef>
              <c:f>'Chart Data'!$H$2:$H$6</c:f>
              <c:numCache>
                <c:formatCode>0.0</c:formatCode>
                <c:ptCount val="5"/>
                <c:pt idx="0">
                  <c:v>1.3081</c:v>
                </c:pt>
                <c:pt idx="1">
                  <c:v>1.3258</c:v>
                </c:pt>
                <c:pt idx="2">
                  <c:v>1.3636</c:v>
                </c:pt>
                <c:pt idx="3">
                  <c:v>1.36</c:v>
                </c:pt>
                <c:pt idx="4">
                  <c:v>1.391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Data'!$A$2:$A$8</c:f>
              <c:strCache>
                <c:ptCount val="7"/>
                <c:pt idx="0">
                  <c:v>Target</c:v>
                </c:pt>
                <c:pt idx="1">
                  <c:v>QQQ</c:v>
                </c:pt>
                <c:pt idx="2">
                  <c:v>Calendar</c:v>
                </c:pt>
                <c:pt idx="3">
                  <c:v>Market</c:v>
                </c:pt>
                <c:pt idx="4">
                  <c:v>EPU</c:v>
                </c:pt>
                <c:pt idx="5">
                  <c:v>FOMC</c:v>
                </c:pt>
                <c:pt idx="6">
                  <c:v>GDELT</c:v>
                </c:pt>
              </c:strCache>
            </c:strRef>
          </c:cat>
          <c:val>
            <c:numRef>
              <c:f>'Chart Data'!$B$2:$B$8</c:f>
              <c:numCache>
                <c:formatCode>0.000</c:formatCode>
                <c:ptCount val="7"/>
                <c:pt idx="0">
                  <c:v>0.697683169089</c:v>
                </c:pt>
                <c:pt idx="1">
                  <c:v>0.696839885793</c:v>
                </c:pt>
                <c:pt idx="2">
                  <c:v>0.695602828385</c:v>
                </c:pt>
                <c:pt idx="3">
                  <c:v>0.697473206802</c:v>
                </c:pt>
                <c:pt idx="4">
                  <c:v>0.698072890276</c:v>
                </c:pt>
                <c:pt idx="5">
                  <c:v>0.697845189109</c:v>
                </c:pt>
                <c:pt idx="6">
                  <c:v>0.699103374465</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Data'!$C$2:$C$8</c:f>
              <c:strCache>
                <c:ptCount val="7"/>
                <c:pt idx="0">
                  <c:v>Target</c:v>
                </c:pt>
                <c:pt idx="1">
                  <c:v>QQQ</c:v>
                </c:pt>
                <c:pt idx="2">
                  <c:v>Calendar</c:v>
                </c:pt>
                <c:pt idx="3">
                  <c:v>Market</c:v>
                </c:pt>
                <c:pt idx="4">
                  <c:v>EPU</c:v>
                </c:pt>
                <c:pt idx="5">
                  <c:v>FOMC</c:v>
                </c:pt>
                <c:pt idx="6">
                  <c:v>GDELT</c:v>
                </c:pt>
              </c:strCache>
            </c:strRef>
          </c:cat>
          <c:val>
            <c:numRef>
              <c:f>'Chart Data'!$D$2:$D$8</c:f>
              <c:numCache>
                <c:formatCode>0.000</c:formatCode>
                <c:ptCount val="7"/>
                <c:pt idx="0">
                  <c:v>0.697605450816</c:v>
                </c:pt>
                <c:pt idx="1">
                  <c:v>0.696604441957</c:v>
                </c:pt>
                <c:pt idx="2">
                  <c:v>0.695973597489</c:v>
                </c:pt>
                <c:pt idx="3">
                  <c:v>0.696717404072</c:v>
                </c:pt>
                <c:pt idx="4">
                  <c:v>0.697211844444</c:v>
                </c:pt>
                <c:pt idx="5">
                  <c:v>0.696860710086</c:v>
                </c:pt>
                <c:pt idx="6">
                  <c:v>0.697289940211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0.000</c:formatCode>
                <c:ptCount val="4"/>
                <c:pt idx="0">
                  <c:v>0.697707781372</c:v>
                </c:pt>
                <c:pt idx="1">
                  <c:v>0.694677170873</c:v>
                </c:pt>
                <c:pt idx="2">
                  <c:v>0.702599060938</c:v>
                </c:pt>
                <c:pt idx="3">
                  <c:v>0.719910557912</c:v>
                </c:pt>
              </c:numCache>
            </c:numRef>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0.000</c:formatCode>
                <c:ptCount val="4"/>
                <c:pt idx="0">
                  <c:v>0.69044655734</c:v>
                </c:pt>
                <c:pt idx="1">
                  <c:v>0.688054317844</c:v>
                </c:pt>
                <c:pt idx="2">
                  <c:v>0.702579401413</c:v>
                </c:pt>
                <c:pt idx="3">
                  <c:v>0.71474938473</c:v>
                </c:pt>
              </c:numCache>
            </c:numRef>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Ref>
              <c:f>'Chart Data'!$E$2:$E$5</c:f>
              <c:numCache>
                <c:formatCode>General</c:formatCode>
                <c:ptCount val="4"/>
                <c:pt idx="0">
                  <c:v>2022</c:v>
                </c:pt>
                <c:pt idx="1">
                  <c:v>2023</c:v>
                </c:pt>
                <c:pt idx="2">
                  <c:v>2024</c:v>
                </c:pt>
                <c:pt idx="3">
                  <c:v>2025</c:v>
                </c:pt>
              </c:numCache>
            </c:numRef>
          </c:cat>
          <c:val>
            <c:numRef>
              <c:f>'Chart Data'!$F$2:$F$5</c:f>
              <c:numCache>
                <c:formatCode>0.000</c:formatCode>
                <c:ptCount val="4"/>
                <c:pt idx="0">
                  <c:v>0.688491257338</c:v>
                </c:pt>
                <c:pt idx="1">
                  <c:v>0.685451042495</c:v>
                </c:pt>
                <c:pt idx="2">
                  <c:v>0.703351843842</c:v>
                </c:pt>
                <c:pt idx="3">
                  <c:v>0.713508194836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Ref>
              <c:f>'Chart Data'!$A$2:$A$7</c:f>
              <c:strCache>
                <c:ptCount val="6"/>
                <c:pt idx="0">
                  <c:v>VXN change</c:v>
                </c:pt>
                <c:pt idx="1">
                  <c:v>Overnight gap</c:v>
                </c:pt>
                <c:pt idx="2">
                  <c:v>TLT return</c:v>
                </c:pt>
                <c:pt idx="3">
                  <c:v>EPU</c:v>
                </c:pt>
                <c:pt idx="4">
                  <c:v>FOMC tone</c:v>
                </c:pt>
                <c:pt idx="5">
                  <c:v>GDELT Fed tone</c:v>
                </c:pt>
              </c:strCache>
            </c:strRef>
          </c:cat>
          <c:val>
            <c:numRef>
              <c:f>'Chart Data'!$B$2:$B$7</c:f>
              <c:numCache>
                <c:formatCode>0.0</c:formatCode>
                <c:ptCount val="6"/>
                <c:pt idx="0">
                  <c:v>-8.38046114748</c:v>
                </c:pt>
                <c:pt idx="1">
                  <c:v>-2.25760846804</c:v>
                </c:pt>
                <c:pt idx="2">
                  <c:v>-1.46333661755</c:v>
                </c:pt>
                <c:pt idx="3">
                  <c:v>-0.533960207868</c:v>
                </c:pt>
                <c:pt idx="4">
                  <c:v>-0.137455446622</c:v>
                </c:pt>
                <c:pt idx="5">
                  <c:v>0.195854790992</c:v>
                </c:pt>
              </c:numCache>
            </c:numRef>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Data'!$C$2:$C$7</c:f>
              <c:strCache>
                <c:ptCount val="6"/>
                <c:pt idx="0">
                  <c:v>VXN change</c:v>
                </c:pt>
                <c:pt idx="1">
                  <c:v>Overnight gap</c:v>
                </c:pt>
                <c:pt idx="2">
                  <c:v>TLT return</c:v>
                </c:pt>
                <c:pt idx="3">
                  <c:v>EPU</c:v>
                </c:pt>
                <c:pt idx="4">
                  <c:v>FOMC tone</c:v>
                </c:pt>
                <c:pt idx="5">
                  <c:v>GDELT Fed tone</c:v>
                </c:pt>
              </c:strCache>
            </c:strRef>
          </c:cat>
          <c:val>
            <c:numRef>
              <c:f>'Chart Data'!$D$2:$D$7</c:f>
              <c:numCache>
                <c:formatCode>0.0</c:formatCode>
                <c:ptCount val="6"/>
                <c:pt idx="0">
                  <c:v>-8.6799523185</c:v>
                </c:pt>
                <c:pt idx="1">
                  <c:v>-2.31458125034</c:v>
                </c:pt>
                <c:pt idx="2">
                  <c:v>-1.10480496693</c:v>
                </c:pt>
                <c:pt idx="3">
                  <c:v>-0.226869787369</c:v>
                </c:pt>
                <c:pt idx="4">
                  <c:v>-0.133919872527</c:v>
                </c:pt>
                <c:pt idx="5">
                  <c:v>0.221660414808</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b"/>
        <c:majorGridlines>
          <c:spPr>
            <a:ln xmlns:a="http://schemas.openxmlformats.org/drawingml/2006/main" w="6668">
              <a:solidFill>
                <a:srgbClr val="E1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0.761714285714</c:v>
                </c:pt>
                <c:pt idx="1">
                  <c:v>0.789714285714</c:v>
                </c:pt>
                <c:pt idx="2">
                  <c:v>0.756571428571</c:v>
                </c:pt>
                <c:pt idx="3">
                  <c:v>0.803428571429</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0.787428571429</c:v>
                </c:pt>
                <c:pt idx="1">
                  <c:v>0.811619047619</c:v>
                </c:pt>
                <c:pt idx="2">
                  <c:v>0.780761904762</c:v>
                </c:pt>
                <c:pt idx="3">
                  <c:v>0.818476190476</c:v>
                </c:pt>
              </c:numCache>
            </c:numRef>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0.8</c:v>
                </c:pt>
                <c:pt idx="1">
                  <c:v>0.8</c:v>
                </c:pt>
                <c:pt idx="2">
                  <c:v>0.8</c:v>
                </c:pt>
                <c:pt idx="3">
                  <c:v>0.8</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Data'!$A$2:$A$4</c:f>
              <c:strCache>
                <c:ptCount val="3"/>
                <c:pt idx="0">
                  <c:v>Quiet</c:v>
                </c:pt>
                <c:pt idx="1">
                  <c:v>Middle</c:v>
                </c:pt>
                <c:pt idx="2">
                  <c:v>Volatile</c:v>
                </c:pt>
              </c:strCache>
            </c:strRef>
          </c:cat>
          <c:val>
            <c:numRef>
              <c:f>'Chart Data'!$B$2:$B$4</c:f>
              <c:numCache>
                <c:formatCode>0.0</c:formatCode>
                <c:ptCount val="3"/>
                <c:pt idx="0">
                  <c:v>9.03533627732</c:v>
                </c:pt>
                <c:pt idx="1">
                  <c:v>-2.05982895299</c:v>
                </c:pt>
                <c:pt idx="2">
                  <c:v>-10.3008494282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0"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a7a7942ed5794846"/>
          </a:graphicData>
        </a:graphic>
      </p:graphicFrame>
      <p:sp>
        <p:nvSpPr>
          <p:cNvPr id="535" name="">
            <a:extLst xmlns:a="http://schemas.openxmlformats.org/drawingml/2006/main">
              <a:ext uri="{FF2B5EF4-FFF2-40B4-BE49-F238E27FC236}">
                <a16:creationId xmlns:a16="http://schemas.microsoft.com/office/drawing/2014/main" id="{EB5F96F4-B667-45DF-9193-BA6977C9C0B1}"/>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B95B3621-753D-4E57-9601-763202D45FFE}"/>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E03B3778-8015-41C1-8B82-3AB0A17B09A3}"/>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072FA29C-1587-4FE0-8A5B-AB06F2916A15}"/>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39"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287A2C91-9264-4D65-AB86-3BE7BEB1CCF2}"/>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1D1B1F51-061C-4D20-856F-3DF015593653}"/>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89611446-ED6F-4C39-B4F1-0410278413FF}"/>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57FCBC47-AC6F-493F-8BCA-6183697B7FC7}"/>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39"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96569D0D-FEEF-4697-A785-E6BE358B388E}"/>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39"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01F3BAE-16B1-45DC-8C13-0080CBDBED35}"/>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0"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2d5796319c6b485d"/>
          </a:graphicData>
        </a:graphic>
      </p:graphicFrame>
      <p:sp>
        <p:nvSpPr>
          <p:cNvPr id="535" name="">
            <a:extLst xmlns:a="http://schemas.openxmlformats.org/drawingml/2006/main">
              <a:ext uri="{FF2B5EF4-FFF2-40B4-BE49-F238E27FC236}">
                <a16:creationId xmlns:a16="http://schemas.microsoft.com/office/drawing/2014/main" id="{6C98C755-1B0B-46D7-9763-27F742C15D93}"/>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B1291A70-6BE3-490C-9542-AF278F88CF22}"/>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1"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de50e4b0028b48dd"/>
          </a:graphicData>
        </a:graphic>
      </p:graphicFrame>
      <p:sp>
        <p:nvSpPr>
          <p:cNvPr id="535" name="">
            <a:extLst xmlns:a="http://schemas.openxmlformats.org/drawingml/2006/main">
              <a:ext uri="{FF2B5EF4-FFF2-40B4-BE49-F238E27FC236}">
                <a16:creationId xmlns:a16="http://schemas.microsoft.com/office/drawing/2014/main" id="{CBE84623-82A0-449A-B453-08926709944C}"/>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75281FBA-2508-40C5-8512-55764A2DF32C}"/>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2A0AF08C-E73B-48A0-83F5-E45DF02410DB}"/>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42a925e34e054ed1"/>
          </a:graphicData>
        </a:graphic>
      </p:graphicFrame>
      <p:sp>
        <p:nvSpPr>
          <p:cNvPr id="535" name="">
            <a:extLst xmlns:a="http://schemas.openxmlformats.org/drawingml/2006/main">
              <a:ext uri="{FF2B5EF4-FFF2-40B4-BE49-F238E27FC236}">
                <a16:creationId xmlns:a16="http://schemas.microsoft.com/office/drawing/2014/main" id="{4A13AF29-AD41-4B87-93DA-FC7F2B0F0C10}"/>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4D9A8813-C8D7-4E83-AE28-593768A2F1D0}"/>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17626375-8E36-49A6-B204-29D0BD916C37}"/>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a57627aca8dd4040"/>
          </a:graphicData>
        </a:graphic>
      </p:graphicFrame>
      <p:sp>
        <p:nvSpPr>
          <p:cNvPr id="535" name="">
            <a:extLst xmlns:a="http://schemas.openxmlformats.org/drawingml/2006/main">
              <a:ext uri="{FF2B5EF4-FFF2-40B4-BE49-F238E27FC236}">
                <a16:creationId xmlns:a16="http://schemas.microsoft.com/office/drawing/2014/main" id="{7696E6E0-E952-4985-A870-FDDE3A5E6B9D}"/>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3837704F-AE84-448E-8FE2-3C4A4A524ECB}"/>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28F7FAE3-0985-421B-9990-A2D5DBC7D804}"/>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AE413D96-0CE6-4A55-BB86-6E89BF8584EC}"/>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D0697274-512A-43D1-91C0-34E50252853E}"/>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39"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3B13CC3-EFA3-47EF-A9E9-4E9D891CB0F3}"/>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0"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762581fae4df4827"/>
          </a:graphicData>
        </a:graphic>
      </p:graphicFrame>
      <p:sp>
        <p:nvSpPr>
          <p:cNvPr id="535" name="">
            <a:extLst xmlns:a="http://schemas.openxmlformats.org/drawingml/2006/main">
              <a:ext uri="{FF2B5EF4-FFF2-40B4-BE49-F238E27FC236}">
                <a16:creationId xmlns:a16="http://schemas.microsoft.com/office/drawing/2014/main" id="{80CF34AB-0D19-466F-ACB7-6D8144F491F7}"/>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7A5A50E5-E5C0-4D69-A592-F124ED68BBBA}"/>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52E06299-D613-4F9C-8F17-1D29C29066FF}"/>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F63659B5-3735-4AF3-9751-C7C6AF7B80DD}"/>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2026-09-16T12:22:05.6510000Z</dcterms:created>
  <dcterms:modified xsi:type="dcterms:W3CDTF">2026-09-16T12:22:05.6510000Z</dcterms:modified>
</coreProperties>
</file>